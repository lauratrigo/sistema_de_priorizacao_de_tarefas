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0" r:id="rId5"/>
    <p:sldId id="259" r:id="rId6"/>
    <p:sldId id="263" r:id="rId7"/>
    <p:sldId id="264" r:id="rId8"/>
    <p:sldId id="265" r:id="rId9"/>
    <p:sldId id="267" r:id="rId10"/>
    <p:sldId id="266" r:id="rId11"/>
    <p:sldId id="261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DD3A8-6FCB-8BFF-A1BC-20781BC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717851-78C0-3F3B-230B-C99A0C04B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7CE5CC-E646-CF28-BA24-A11B3A18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9D48F-D3A6-FC22-0927-C6943D10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F57D2B-690E-2002-B23F-C95C0108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06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702CE-89C3-41A6-CA4F-5E6F7507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E64F48-81F5-E56C-E3DB-B9B3C2E0F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46183D-3CCD-5A13-0E4C-D32BF578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F3749-8AF9-9AA7-CC80-ADA3879B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544AEB-BC1C-C11B-F670-DD261EDB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7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E1AB8-4E84-F5C8-6659-286C62D8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9C519D-BADB-3C72-8F1D-FD76FE0DD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6ADE18-08D4-416B-196F-13F4CF50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FBFF31-8B35-07FF-35E0-A035C7F2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F2C7CF-3FE8-2FED-1F96-A2AA543E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05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3A00-50C1-136F-28F0-76DBCB41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6CA0C7-85DD-4F12-18B0-9A9C6342F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667CFB-3009-C9A0-168F-9DA2FF244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54DA57-63FE-0310-6AE0-DFE3CB6A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812F68-AF9C-6210-5CEF-3857DCE7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98C0-A3AA-76C7-8618-A47BF229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79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55354-0F24-09EC-9629-D2784623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5CD94A-4576-9E76-C037-666DE8219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D211AD-8425-CCCC-1823-231A8063F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751DA0-BE9E-C74C-AAD8-86F320B34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D79E8E-87C2-C1D3-EB57-192A1BA8B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6F2546-B70A-425F-2890-7976C94F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09399C-67E8-5D61-A25B-5571A6BC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F51449-759F-A5E2-20A4-CA22BBC3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53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053A6-A4A7-FBD2-0911-69A1E88F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830945-E2E8-2FB6-A615-5E7DE194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3F9B32-6809-63B5-3E51-0EB39395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E9946D-AF05-804A-AA7C-4CB275A6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5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2E8010-073E-18A8-ADA5-4443184D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7BEADCF-6037-A017-9609-6D0184E8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AFF9C0-3853-FEA4-96E8-5B21B75C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70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EFCE0-2B18-F8F5-5C41-41B4871D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7C8CA-E155-F785-F979-ED44E0966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3B365A-B296-1478-6FE9-3A2E177E8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0B37C1-04D4-2D49-8CE6-71EACF48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049F8-86F7-7F86-9905-2FA5298A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871AD6-B67C-E2AD-41E4-2BD50603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70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7664D-5F0C-9A93-A990-E45C0C28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1CBAC9E-4A34-64C5-D69B-5EBAEE9C6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25589B-20AE-DD3C-FDF1-89C53CE2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BBC759-5845-2C81-B605-12058ABF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BE44AF-1DBB-0915-2FF0-3CAC282C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A0A552-B1DA-A31A-B8E5-56060A93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33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34790-A8C4-DB94-EB59-E919C6DE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6F9E04-7B2F-7D8C-7627-08727F1E7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A013CA-6FFD-1083-E202-6183CE2A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9A138B-3FC0-3C64-1228-2C71848C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1ECE5B-2875-21AA-5031-F990EE6D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14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2502C1-602D-6077-C969-337B7C15A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099D72-73FB-99F6-4E36-F234CE7D0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583EE-3F11-F9D2-9D9C-3B7F18C6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2CCED8-54DA-36CE-C454-68B0484B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43539-AEEC-FDA8-FF0B-7989017E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18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422474-7B74-B945-CC85-01EEA627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9A2683-11B6-9DB3-BC2F-B75B68A1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940888-4713-070B-26C9-0C42ECF93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CD36C-FFFC-45D1-A09B-F3EE7A585A1E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F9692A-CD9B-9359-ACDC-A2B8E679A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15A6FD-9BF7-2A4F-6119-B04B5F772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4211C-BFB1-4EE0-A877-E55475CEE888}" type="slidenum">
              <a:rPr lang="pt-BR" smtClean="0"/>
              <a:t>‹nº›</a:t>
            </a:fld>
            <a:endParaRPr lang="pt-BR"/>
          </a:p>
        </p:txBody>
      </p:sp>
      <p:pic>
        <p:nvPicPr>
          <p:cNvPr id="1026" name="Imagem 3">
            <a:extLst>
              <a:ext uri="{FF2B5EF4-FFF2-40B4-BE49-F238E27FC236}">
                <a16:creationId xmlns:a16="http://schemas.microsoft.com/office/drawing/2014/main" id="{D1992BE6-78DD-147D-6973-35C610D96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6310"/>
            <a:ext cx="2572183" cy="114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Imagem 6">
            <a:extLst>
              <a:ext uri="{FF2B5EF4-FFF2-40B4-BE49-F238E27FC236}">
                <a16:creationId xmlns:a16="http://schemas.microsoft.com/office/drawing/2014/main" id="{85704D02-14BD-2676-2588-FA9CEF620D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108" y="256183"/>
            <a:ext cx="2572183" cy="150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384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38F2D-5080-8B05-4A06-A9B896202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 da Disciplina: Algoritmo e Estrutura de Dados I</a:t>
            </a:r>
          </a:p>
          <a:p>
            <a:r>
              <a:rPr lang="pt-BR" dirty="0"/>
              <a:t>Tema do Projeto: Sistema de Priorização de Tarefas em Tempo Real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Autores:</a:t>
            </a:r>
          </a:p>
          <a:p>
            <a:pPr marL="0" indent="0">
              <a:buNone/>
            </a:pPr>
            <a:r>
              <a:rPr lang="pt-BR" dirty="0" err="1"/>
              <a:t>Josiely</a:t>
            </a:r>
            <a:r>
              <a:rPr lang="pt-BR" dirty="0"/>
              <a:t> Toledo - 02220356</a:t>
            </a:r>
          </a:p>
          <a:p>
            <a:pPr marL="0" indent="0">
              <a:buNone/>
            </a:pPr>
            <a:r>
              <a:rPr lang="pt-BR" dirty="0"/>
              <a:t>Laura Trigo - 02210361</a:t>
            </a:r>
          </a:p>
          <a:p>
            <a:pPr marL="0" indent="0">
              <a:buNone/>
            </a:pPr>
            <a:r>
              <a:rPr lang="pt-BR" dirty="0"/>
              <a:t>Rafael Souza - 02220346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113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E88C3-8B0C-127B-892F-D879FC49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59DCA3-9D4A-117B-3032-59D32956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Este projeto simula um Sistema de Priorização de Tarefas (SPT) usado para organizar tickets de suporte em uma empresa de desenvolvimento.</a:t>
            </a:r>
          </a:p>
          <a:p>
            <a:pPr algn="just"/>
            <a:r>
              <a:rPr lang="pt-BR" dirty="0"/>
              <a:t>Cada tarefa possui prioridade de 1 a 10, sendo 1 a mais crítica. O backlog deve permanecer sempre ordenado, inserindo cada nova tarefa na posição correta.</a:t>
            </a:r>
          </a:p>
          <a:p>
            <a:pPr algn="just"/>
            <a:r>
              <a:rPr lang="pt-BR" dirty="0"/>
              <a:t>Para atender ao enunciado, utilizei as estruturas sequenciais apresentadas em aula </a:t>
            </a:r>
            <a:r>
              <a:rPr lang="pt-BR" b="1" dirty="0"/>
              <a:t>Lista</a:t>
            </a:r>
            <a:r>
              <a:rPr lang="pt-BR" dirty="0"/>
              <a:t> e </a:t>
            </a:r>
            <a:r>
              <a:rPr lang="pt-BR" b="1" dirty="0"/>
              <a:t>Fila </a:t>
            </a:r>
            <a:r>
              <a:rPr lang="pt-BR" dirty="0"/>
              <a:t>aplicando sobre elas a lógica de inserção do algoritmo </a:t>
            </a:r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para manter a ordenação em tempo real.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308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668C-0B99-9C8A-3970-781C6B4D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8BA40-B257-DAED-F12D-3E278BE8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6F1E6F-27DE-C61D-4539-DB0C47FC2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Manter o backlog de tarefas sempre ordenado por prioridade.</a:t>
            </a:r>
          </a:p>
          <a:p>
            <a:pPr algn="just"/>
            <a:r>
              <a:rPr lang="pt-BR" dirty="0"/>
              <a:t>Prioridade variando entre </a:t>
            </a:r>
            <a:r>
              <a:rPr lang="pt-BR" b="1" dirty="0"/>
              <a:t>1 (mais crítica)</a:t>
            </a:r>
            <a:r>
              <a:rPr lang="pt-BR" dirty="0"/>
              <a:t> e </a:t>
            </a:r>
            <a:r>
              <a:rPr lang="pt-BR" b="1" dirty="0"/>
              <a:t>10 (menos urgente)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 Inserir cada nova tarefa na </a:t>
            </a:r>
            <a:r>
              <a:rPr lang="pt-BR" b="1" dirty="0"/>
              <a:t>posição correta</a:t>
            </a:r>
            <a:r>
              <a:rPr lang="pt-BR" dirty="0"/>
              <a:t> dentro da lista.</a:t>
            </a:r>
          </a:p>
          <a:p>
            <a:pPr algn="just"/>
            <a:r>
              <a:rPr lang="pt-BR" dirty="0"/>
              <a:t>Aplicar o algoritmo </a:t>
            </a:r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durante o processo de inserção.</a:t>
            </a:r>
          </a:p>
          <a:p>
            <a:pPr algn="just"/>
            <a:r>
              <a:rPr lang="pt-BR" dirty="0"/>
              <a:t>Utilizar as estruturas </a:t>
            </a:r>
            <a:r>
              <a:rPr lang="pt-BR" b="1" dirty="0"/>
              <a:t>Lista</a:t>
            </a:r>
            <a:r>
              <a:rPr lang="pt-BR" dirty="0"/>
              <a:t> e </a:t>
            </a:r>
            <a:r>
              <a:rPr lang="pt-BR" b="1" dirty="0"/>
              <a:t>Fila</a:t>
            </a:r>
            <a:r>
              <a:rPr lang="pt-BR" dirty="0"/>
              <a:t> apresentadas em aula como base da solução.</a:t>
            </a:r>
          </a:p>
          <a:p>
            <a:pPr algn="just"/>
            <a:r>
              <a:rPr lang="pt-BR" dirty="0"/>
              <a:t>Garantir que a lista seja atualizada automaticamente em tempo real a cada nova inserção.</a:t>
            </a:r>
          </a:p>
        </p:txBody>
      </p:sp>
    </p:spTree>
    <p:extLst>
      <p:ext uri="{BB962C8B-B14F-4D97-AF65-F5344CB8AC3E}">
        <p14:creationId xmlns:p14="http://schemas.microsoft.com/office/powerpoint/2010/main" val="290353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B2A5-4AA5-3430-188B-012326C8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B5BF8-0A48-04C2-61AD-AF2A8D8F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Técnica Utilizada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CAEA0-9AAF-7FDF-7C09-F6E3D2EFB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As classes utilizadas foram:</a:t>
            </a:r>
          </a:p>
          <a:p>
            <a:pPr algn="just"/>
            <a:r>
              <a:rPr lang="pt-BR" b="1" dirty="0"/>
              <a:t>Dados</a:t>
            </a:r>
            <a:r>
              <a:rPr lang="pt-BR" dirty="0"/>
              <a:t> – representa cada tarefa (ID e prioridade).</a:t>
            </a:r>
          </a:p>
          <a:p>
            <a:pPr algn="just"/>
            <a:r>
              <a:rPr lang="pt-BR" b="1" dirty="0"/>
              <a:t>Lista</a:t>
            </a:r>
            <a:r>
              <a:rPr lang="pt-BR" dirty="0"/>
              <a:t> – estrutura sequencial usada para armazenar o backlog.</a:t>
            </a:r>
          </a:p>
          <a:p>
            <a:pPr algn="just"/>
            <a:r>
              <a:rPr lang="pt-BR" b="1" dirty="0"/>
              <a:t>Fila</a:t>
            </a:r>
            <a:r>
              <a:rPr lang="pt-BR" dirty="0"/>
              <a:t> – estrutura auxiliar usada para deslocamento de elementos.</a:t>
            </a:r>
          </a:p>
          <a:p>
            <a:pPr algn="just"/>
            <a:r>
              <a:rPr lang="pt-BR" b="1" dirty="0" err="1"/>
              <a:t>BacklogFila</a:t>
            </a:r>
            <a:r>
              <a:rPr lang="pt-BR" dirty="0"/>
              <a:t> – aplica a lógica de inserção ordenada (</a:t>
            </a:r>
            <a:r>
              <a:rPr lang="pt-BR" dirty="0" err="1"/>
              <a:t>Insertion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).</a:t>
            </a:r>
          </a:p>
          <a:p>
            <a:pPr algn="just"/>
            <a:r>
              <a:rPr lang="pt-BR" b="1" dirty="0" err="1"/>
              <a:t>JanelaSPT</a:t>
            </a:r>
            <a:r>
              <a:rPr lang="pt-BR" dirty="0"/>
              <a:t> – interface gráfica para interação com o usuário.</a:t>
            </a:r>
          </a:p>
          <a:p>
            <a:pPr marL="0" indent="0" algn="just">
              <a:buNone/>
            </a:pPr>
            <a:r>
              <a:rPr lang="pt-BR" dirty="0"/>
              <a:t>O sistema foi desenvolvido de forma modular, separando cada responsabilidade em uma classe específica.</a:t>
            </a:r>
          </a:p>
        </p:txBody>
      </p:sp>
    </p:spTree>
    <p:extLst>
      <p:ext uri="{BB962C8B-B14F-4D97-AF65-F5344CB8AC3E}">
        <p14:creationId xmlns:p14="http://schemas.microsoft.com/office/powerpoint/2010/main" val="362228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2AAFA-AD48-8B67-D443-23679BB8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214CA-3E10-E084-AB6B-FD422D6E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Classe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D190C8-A149-E89D-A99B-1A75792FF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Representa cada tarefa do backlog.</a:t>
            </a:r>
          </a:p>
          <a:p>
            <a:pPr algn="just"/>
            <a:r>
              <a:rPr lang="pt-BR" dirty="0"/>
              <a:t>Contém os atributos:</a:t>
            </a:r>
          </a:p>
          <a:p>
            <a:pPr lvl="1" algn="just"/>
            <a:r>
              <a:rPr lang="pt-BR" dirty="0"/>
              <a:t>id (identificador da tarefa)</a:t>
            </a:r>
          </a:p>
          <a:p>
            <a:pPr lvl="1" algn="just"/>
            <a:r>
              <a:rPr lang="pt-BR" dirty="0"/>
              <a:t>prioridade (1 a 10)</a:t>
            </a:r>
          </a:p>
          <a:p>
            <a:pPr algn="just"/>
            <a:r>
              <a:rPr lang="pt-BR" dirty="0"/>
              <a:t>Possui métodos </a:t>
            </a:r>
            <a:r>
              <a:rPr lang="pt-BR" i="1" dirty="0" err="1"/>
              <a:t>getters</a:t>
            </a:r>
            <a:r>
              <a:rPr lang="pt-BR" dirty="0"/>
              <a:t> para acessar os valores.</a:t>
            </a:r>
          </a:p>
          <a:p>
            <a:pPr algn="just"/>
            <a:r>
              <a:rPr lang="pt-BR" dirty="0"/>
              <a:t>Usada como unidade básica dentro da Lista e da Fila.</a:t>
            </a:r>
          </a:p>
          <a:p>
            <a:pPr algn="just"/>
            <a:r>
              <a:rPr lang="pt-BR" dirty="0"/>
              <a:t>Serve como modelo de tarefa utilizado em toda a lógica de ordenação.</a:t>
            </a:r>
          </a:p>
        </p:txBody>
      </p:sp>
    </p:spTree>
    <p:extLst>
      <p:ext uri="{BB962C8B-B14F-4D97-AF65-F5344CB8AC3E}">
        <p14:creationId xmlns:p14="http://schemas.microsoft.com/office/powerpoint/2010/main" val="198478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17A9-A3EC-CE66-9D1B-F6730A77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07272-D0E6-D0D5-739B-0B9E4B3D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Classe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0070AF-B8AE-6267-7A54-8D9FF48B4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Estrutura de dados </a:t>
            </a:r>
            <a:r>
              <a:rPr lang="pt-BR" b="1" dirty="0"/>
              <a:t>sequencial</a:t>
            </a:r>
            <a:r>
              <a:rPr lang="pt-BR" dirty="0"/>
              <a:t> baseada em vetor dinâmico (</a:t>
            </a:r>
            <a:r>
              <a:rPr lang="pt-BR" dirty="0" err="1"/>
              <a:t>Object</a:t>
            </a:r>
            <a:r>
              <a:rPr lang="pt-BR" dirty="0"/>
              <a:t>[]).</a:t>
            </a:r>
          </a:p>
          <a:p>
            <a:pPr algn="just"/>
            <a:r>
              <a:rPr lang="pt-BR" dirty="0"/>
              <a:t>Permite armazenar, acessar, inserir e remover elementos.</a:t>
            </a:r>
          </a:p>
          <a:p>
            <a:pPr algn="just"/>
            <a:r>
              <a:rPr lang="pt-BR" dirty="0"/>
              <a:t>Redimensiona o vetor automaticamente quando necessário.</a:t>
            </a:r>
          </a:p>
          <a:p>
            <a:pPr algn="just"/>
            <a:r>
              <a:rPr lang="pt-BR" dirty="0"/>
              <a:t>Métodos principais:</a:t>
            </a:r>
          </a:p>
          <a:p>
            <a:pPr lvl="1" algn="just"/>
            <a:r>
              <a:rPr lang="pt-BR" dirty="0"/>
              <a:t>adiciona(objeto)</a:t>
            </a:r>
          </a:p>
          <a:p>
            <a:pPr lvl="1" algn="just"/>
            <a:r>
              <a:rPr lang="pt-BR" dirty="0"/>
              <a:t>adiciona(</a:t>
            </a:r>
            <a:r>
              <a:rPr lang="pt-BR" dirty="0" err="1"/>
              <a:t>posicao</a:t>
            </a:r>
            <a:r>
              <a:rPr lang="pt-BR" dirty="0"/>
              <a:t>, objeto)</a:t>
            </a:r>
          </a:p>
          <a:p>
            <a:pPr lvl="1" algn="just"/>
            <a:r>
              <a:rPr lang="pt-BR" dirty="0"/>
              <a:t>pega(</a:t>
            </a:r>
            <a:r>
              <a:rPr lang="pt-BR" dirty="0" err="1"/>
              <a:t>posicao</a:t>
            </a:r>
            <a:r>
              <a:rPr lang="pt-BR" dirty="0"/>
              <a:t>)</a:t>
            </a:r>
          </a:p>
          <a:p>
            <a:pPr lvl="1" algn="just"/>
            <a:r>
              <a:rPr lang="pt-BR" dirty="0"/>
              <a:t>remove(</a:t>
            </a:r>
            <a:r>
              <a:rPr lang="pt-BR" dirty="0" err="1"/>
              <a:t>posicao</a:t>
            </a:r>
            <a:r>
              <a:rPr lang="pt-BR" dirty="0"/>
              <a:t>)</a:t>
            </a:r>
          </a:p>
          <a:p>
            <a:pPr lvl="1" algn="just"/>
            <a:r>
              <a:rPr lang="pt-BR" dirty="0"/>
              <a:t>vazia()</a:t>
            </a:r>
          </a:p>
          <a:p>
            <a:pPr algn="just"/>
            <a:r>
              <a:rPr lang="pt-BR" dirty="0"/>
              <a:t>Utilizada como base para manter o backlog ordenado.</a:t>
            </a:r>
          </a:p>
        </p:txBody>
      </p:sp>
    </p:spTree>
    <p:extLst>
      <p:ext uri="{BB962C8B-B14F-4D97-AF65-F5344CB8AC3E}">
        <p14:creationId xmlns:p14="http://schemas.microsoft.com/office/powerpoint/2010/main" val="1533627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8E13-CC32-C955-5CE6-8D9753F6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DC171-07BB-117C-CB75-E87E6278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Classe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23B74E-63AF-C709-D30A-2DF45DF39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Implementada utilizando a classe Lista.</a:t>
            </a:r>
          </a:p>
          <a:p>
            <a:pPr algn="just"/>
            <a:r>
              <a:rPr lang="en-US" dirty="0"/>
              <a:t>Segue o </a:t>
            </a:r>
            <a:r>
              <a:rPr lang="en-US" dirty="0" err="1"/>
              <a:t>princípio</a:t>
            </a:r>
            <a:r>
              <a:rPr lang="en-US" dirty="0"/>
              <a:t> FIFO (</a:t>
            </a:r>
            <a:r>
              <a:rPr lang="en-US" i="1" dirty="0"/>
              <a:t>First In, First Out</a:t>
            </a:r>
            <a:r>
              <a:rPr lang="en-US" dirty="0"/>
              <a:t>).</a:t>
            </a:r>
          </a:p>
          <a:p>
            <a:pPr algn="just"/>
            <a:r>
              <a:rPr lang="pt-BR" dirty="0"/>
              <a:t>Opera inserções no final e remoções no início.</a:t>
            </a:r>
          </a:p>
          <a:p>
            <a:pPr algn="just"/>
            <a:r>
              <a:rPr lang="pt-BR" dirty="0"/>
              <a:t>Métodos principais:</a:t>
            </a:r>
          </a:p>
          <a:p>
            <a:pPr lvl="1" algn="just"/>
            <a:r>
              <a:rPr lang="pt-BR" dirty="0"/>
              <a:t>Insere(objeto) – adiciona ao final da fila</a:t>
            </a:r>
          </a:p>
          <a:p>
            <a:pPr lvl="1" algn="just"/>
            <a:r>
              <a:rPr lang="pt-BR" dirty="0"/>
              <a:t>remover() – remove o primeiro elemento</a:t>
            </a:r>
          </a:p>
          <a:p>
            <a:pPr lvl="1" algn="just"/>
            <a:r>
              <a:rPr lang="pt-BR" dirty="0" err="1"/>
              <a:t>pEmpty</a:t>
            </a:r>
            <a:r>
              <a:rPr lang="pt-BR" dirty="0"/>
              <a:t>() – verifica se a fila está vazia</a:t>
            </a:r>
          </a:p>
          <a:p>
            <a:pPr lvl="1" algn="just"/>
            <a:r>
              <a:rPr lang="pt-BR" dirty="0"/>
              <a:t>mostra() – exibe o conteúdo da fila</a:t>
            </a:r>
          </a:p>
          <a:p>
            <a:pPr algn="just"/>
            <a:r>
              <a:rPr lang="pt-BR" dirty="0"/>
              <a:t>Utilizada como </a:t>
            </a:r>
            <a:r>
              <a:rPr lang="pt-BR" b="1" dirty="0"/>
              <a:t>estrutura auxiliar</a:t>
            </a:r>
            <a:r>
              <a:rPr lang="pt-BR" dirty="0"/>
              <a:t> para deslocamento temporário de elementos durante a inserção ordenada.</a:t>
            </a:r>
          </a:p>
        </p:txBody>
      </p:sp>
    </p:spTree>
    <p:extLst>
      <p:ext uri="{BB962C8B-B14F-4D97-AF65-F5344CB8AC3E}">
        <p14:creationId xmlns:p14="http://schemas.microsoft.com/office/powerpoint/2010/main" val="210223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BF117-203C-AAAF-DED3-79A8AE12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7D9F2-0C6A-6BEA-D466-BC2605C6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Classe </a:t>
            </a:r>
            <a:r>
              <a:rPr lang="pt-BR" dirty="0" err="1"/>
              <a:t>BacklogFila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4D5FCA-74C8-AA42-F346-A7415E490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Mantém o backlog sempre </a:t>
            </a:r>
            <a:r>
              <a:rPr lang="pt-BR" b="1" dirty="0"/>
              <a:t>ordenado por prioridade.</a:t>
            </a:r>
          </a:p>
          <a:p>
            <a:pPr algn="just"/>
            <a:r>
              <a:rPr lang="pt-BR" dirty="0"/>
              <a:t>Implementa a lógica do </a:t>
            </a:r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na inserção.</a:t>
            </a:r>
          </a:p>
          <a:p>
            <a:pPr algn="just"/>
            <a:r>
              <a:rPr lang="pt-BR" dirty="0"/>
              <a:t>Métodos principais:</a:t>
            </a:r>
          </a:p>
          <a:p>
            <a:pPr lvl="1" algn="just"/>
            <a:r>
              <a:rPr lang="pt-BR" dirty="0"/>
              <a:t>Comparar da </a:t>
            </a:r>
            <a:r>
              <a:rPr lang="pt-BR" b="1" dirty="0"/>
              <a:t>direita para a esquerda</a:t>
            </a:r>
            <a:r>
              <a:rPr lang="pt-BR" dirty="0"/>
              <a:t>.</a:t>
            </a:r>
          </a:p>
          <a:p>
            <a:pPr lvl="1" algn="just"/>
            <a:r>
              <a:rPr lang="pt-BR" dirty="0"/>
              <a:t>Identificar onde a nova tarefa deve entrar.</a:t>
            </a:r>
          </a:p>
          <a:p>
            <a:pPr lvl="1" algn="just"/>
            <a:r>
              <a:rPr lang="pt-BR" dirty="0"/>
              <a:t>Usar a </a:t>
            </a:r>
            <a:r>
              <a:rPr lang="pt-BR" b="1" dirty="0"/>
              <a:t>Fila</a:t>
            </a:r>
            <a:r>
              <a:rPr lang="pt-BR" dirty="0"/>
              <a:t> para guardar temporariamente elementos que serão deslocados.</a:t>
            </a:r>
          </a:p>
          <a:p>
            <a:pPr lvl="1" algn="just"/>
            <a:r>
              <a:rPr lang="pt-BR" dirty="0"/>
              <a:t>Reposicionar os elementos e inserir a nova tarefa.</a:t>
            </a:r>
          </a:p>
          <a:p>
            <a:pPr lvl="1" algn="just"/>
            <a:r>
              <a:rPr lang="pt-BR" dirty="0"/>
              <a:t>Lista → armazenamento do backlog.</a:t>
            </a:r>
          </a:p>
          <a:p>
            <a:pPr lvl="1" algn="just"/>
            <a:r>
              <a:rPr lang="pt-BR" dirty="0"/>
              <a:t>Fila → estrutura auxiliar usada para deslocar elementos.</a:t>
            </a:r>
          </a:p>
          <a:p>
            <a:pPr algn="just"/>
            <a:r>
              <a:rPr lang="pt-BR" dirty="0"/>
              <a:t>É a classe responsável pelo funcionamento central do sistema de Ordenação. </a:t>
            </a:r>
          </a:p>
        </p:txBody>
      </p:sp>
    </p:spTree>
    <p:extLst>
      <p:ext uri="{BB962C8B-B14F-4D97-AF65-F5344CB8AC3E}">
        <p14:creationId xmlns:p14="http://schemas.microsoft.com/office/powerpoint/2010/main" val="365119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BAB0-4F8F-123E-A778-B3E4E880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E8D93-85B4-EE84-9978-04022C75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Insertion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0DAA1C-9992-0183-414A-812608D2B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Percorre o backlog </a:t>
            </a:r>
            <a:r>
              <a:rPr lang="pt-BR" b="1" dirty="0"/>
              <a:t>da direita para a esquerda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Compara a </a:t>
            </a:r>
            <a:r>
              <a:rPr lang="pt-BR" b="1" dirty="0"/>
              <a:t>nova tarefa </a:t>
            </a:r>
            <a:r>
              <a:rPr lang="pt-BR" dirty="0"/>
              <a:t>com as tarefas existentes.</a:t>
            </a:r>
          </a:p>
          <a:p>
            <a:pPr algn="just"/>
            <a:r>
              <a:rPr lang="pt-BR" dirty="0"/>
              <a:t>Identifica a </a:t>
            </a:r>
            <a:r>
              <a:rPr lang="pt-BR" b="1" dirty="0"/>
              <a:t>posição correta </a:t>
            </a:r>
            <a:r>
              <a:rPr lang="pt-BR" dirty="0"/>
              <a:t>onde ela deve entrar.</a:t>
            </a:r>
          </a:p>
          <a:p>
            <a:pPr algn="just"/>
            <a:r>
              <a:rPr lang="pt-BR" dirty="0"/>
              <a:t>Tarefas com prioridade </a:t>
            </a:r>
            <a:r>
              <a:rPr lang="pt-BR" b="1" dirty="0"/>
              <a:t>maior</a:t>
            </a:r>
            <a:r>
              <a:rPr lang="pt-BR" dirty="0"/>
              <a:t> são deslocadas temporariamente.</a:t>
            </a:r>
          </a:p>
          <a:p>
            <a:pPr algn="just"/>
            <a:r>
              <a:rPr lang="pt-BR" dirty="0"/>
              <a:t>Fila auxiliar </a:t>
            </a:r>
            <a:r>
              <a:rPr lang="pt-BR" b="1" dirty="0"/>
              <a:t>armazena</a:t>
            </a:r>
            <a:r>
              <a:rPr lang="pt-BR" dirty="0"/>
              <a:t> os elementos deslocados.</a:t>
            </a:r>
          </a:p>
          <a:p>
            <a:pPr algn="just"/>
            <a:r>
              <a:rPr lang="pt-BR" dirty="0"/>
              <a:t>Após abrir espaço, a nova tarefa é </a:t>
            </a:r>
            <a:r>
              <a:rPr lang="pt-BR" b="1" dirty="0"/>
              <a:t>inserida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Os elementos são </a:t>
            </a:r>
            <a:r>
              <a:rPr lang="pt-BR" b="1" dirty="0"/>
              <a:t>recolocados</a:t>
            </a:r>
            <a:r>
              <a:rPr lang="pt-BR" dirty="0"/>
              <a:t> na ordem correta.</a:t>
            </a:r>
          </a:p>
        </p:txBody>
      </p:sp>
    </p:spTree>
    <p:extLst>
      <p:ext uri="{BB962C8B-B14F-4D97-AF65-F5344CB8AC3E}">
        <p14:creationId xmlns:p14="http://schemas.microsoft.com/office/powerpoint/2010/main" val="2945610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B506-23C2-3574-2C1C-D50CA03F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3B064-AAA5-A97E-E1C4-B2AFBCF8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Interface Gráfica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B3F64A-4B72-A327-0625-14D825FB6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Permite inserir ID e prioridade da tarefa.</a:t>
            </a:r>
          </a:p>
          <a:p>
            <a:pPr algn="just"/>
            <a:r>
              <a:rPr lang="pt-BR" dirty="0"/>
              <a:t>Botão </a:t>
            </a:r>
            <a:r>
              <a:rPr lang="pt-BR" b="1" dirty="0"/>
              <a:t>“Adicionar Tarefa”</a:t>
            </a:r>
            <a:r>
              <a:rPr lang="pt-BR" dirty="0"/>
              <a:t> para registrar nova entrada.</a:t>
            </a:r>
          </a:p>
          <a:p>
            <a:pPr algn="just"/>
            <a:r>
              <a:rPr lang="pt-BR" b="1" dirty="0"/>
              <a:t>Atualização automática </a:t>
            </a:r>
            <a:r>
              <a:rPr lang="pt-BR" dirty="0"/>
              <a:t>do backlog em tempo real.</a:t>
            </a:r>
          </a:p>
          <a:p>
            <a:pPr algn="just"/>
            <a:r>
              <a:rPr lang="pt-BR" dirty="0"/>
              <a:t>Exibe a </a:t>
            </a:r>
            <a:r>
              <a:rPr lang="pt-BR" b="1" dirty="0"/>
              <a:t>lista ordenada </a:t>
            </a:r>
            <a:r>
              <a:rPr lang="pt-BR" dirty="0"/>
              <a:t>após cada inserção.</a:t>
            </a:r>
          </a:p>
          <a:p>
            <a:pPr algn="just"/>
            <a:r>
              <a:rPr lang="pt-BR" dirty="0"/>
              <a:t>Realiza validações de entrada (valores numéricos, faixa 1–10).</a:t>
            </a:r>
          </a:p>
          <a:p>
            <a:pPr algn="just"/>
            <a:r>
              <a:rPr lang="pt-BR" dirty="0"/>
              <a:t>Desenvolvida com Swing (</a:t>
            </a:r>
            <a:r>
              <a:rPr lang="pt-BR" dirty="0" err="1"/>
              <a:t>JFrame</a:t>
            </a:r>
            <a:r>
              <a:rPr lang="pt-BR" dirty="0"/>
              <a:t>, </a:t>
            </a:r>
            <a:r>
              <a:rPr lang="pt-BR" dirty="0" err="1"/>
              <a:t>JTextField</a:t>
            </a:r>
            <a:r>
              <a:rPr lang="pt-BR" dirty="0"/>
              <a:t>, </a:t>
            </a:r>
            <a:r>
              <a:rPr lang="pt-BR" dirty="0" err="1"/>
              <a:t>JButton</a:t>
            </a:r>
            <a:r>
              <a:rPr lang="pt-BR" dirty="0"/>
              <a:t>, </a:t>
            </a:r>
            <a:r>
              <a:rPr lang="pt-BR" dirty="0" err="1"/>
              <a:t>JTextArea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9302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330C-6A1A-90D4-A023-8C6CC919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4C223-9464-190C-DE31-1EEC610A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Análise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9320ED-BEF7-D12A-40F0-FB13F955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sistema mantém o backlog sempre ordenado por prioridade.</a:t>
            </a:r>
          </a:p>
          <a:p>
            <a:pPr algn="just"/>
            <a:r>
              <a:rPr lang="pt-BR" dirty="0"/>
              <a:t>A inserção utiliza o princípio do </a:t>
            </a:r>
            <a:r>
              <a:rPr lang="pt-BR" dirty="0" err="1"/>
              <a:t>Insertion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para manter a consistência da lista.</a:t>
            </a:r>
          </a:p>
          <a:p>
            <a:pPr algn="just"/>
            <a:r>
              <a:rPr lang="pt-BR" dirty="0"/>
              <a:t>A interface gráfica proporciona clareza, usabilidade e fácil validação.</a:t>
            </a:r>
          </a:p>
          <a:p>
            <a:pPr algn="just"/>
            <a:r>
              <a:rPr lang="pt-BR" dirty="0"/>
              <a:t>A solução reflete o comportamento de um sistema real de atendimento e suporte.</a:t>
            </a:r>
          </a:p>
          <a:p>
            <a:pPr algn="just"/>
            <a:r>
              <a:rPr lang="pt-BR" dirty="0"/>
              <a:t>A implementação integra teoria e prática, mostrando o funcionamento real de uma fila de priorização.</a:t>
            </a:r>
          </a:p>
        </p:txBody>
      </p:sp>
    </p:spTree>
    <p:extLst>
      <p:ext uri="{BB962C8B-B14F-4D97-AF65-F5344CB8AC3E}">
        <p14:creationId xmlns:p14="http://schemas.microsoft.com/office/powerpoint/2010/main" val="2166654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747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Introdução</vt:lpstr>
      <vt:lpstr>Objetivo</vt:lpstr>
      <vt:lpstr>Técnica Utilizada</vt:lpstr>
      <vt:lpstr>Classe Dados</vt:lpstr>
      <vt:lpstr>Classe Lista</vt:lpstr>
      <vt:lpstr>Classe Fila</vt:lpstr>
      <vt:lpstr>Classe BacklogFila</vt:lpstr>
      <vt:lpstr>Insertion Sort</vt:lpstr>
      <vt:lpstr>Interface Gráfica</vt:lpstr>
      <vt:lpstr>Análise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Wagner Santos C de Jesus</dc:creator>
  <cp:lastModifiedBy>Laura Trigo</cp:lastModifiedBy>
  <cp:revision>6</cp:revision>
  <dcterms:created xsi:type="dcterms:W3CDTF">2022-11-02T21:28:43Z</dcterms:created>
  <dcterms:modified xsi:type="dcterms:W3CDTF">2025-12-01T01:08:54Z</dcterms:modified>
</cp:coreProperties>
</file>